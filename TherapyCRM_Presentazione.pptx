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34095" y="-914400"/>
            <a:ext cx="5486400" cy="5486400"/>
          </a:xfrm>
          <a:prstGeom prst="ellipse">
            <a:avLst/>
          </a:prstGeom>
          <a:solidFill>
            <a:srgbClr val="254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254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Calibri"/>
              </a:defRPr>
            </a:pPr>
            <a:r>
              <a:t>TherapyCRM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BFDBFE"/>
                </a:solidFill>
                <a:latin typeface="Calibri"/>
              </a:defRPr>
            </a:pPr>
            <a:r>
              <a:t>Piattaforma Integrata per la Gestione di Centri Terapeutici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657600"/>
            <a:ext cx="274320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3C5FD"/>
                </a:solidFill>
                <a:latin typeface="Calibri"/>
              </a:defRPr>
            </a:pPr>
            <a:r>
              <a:t>Gestionale Web  |  App Mobile  |  Pannello Amministrativo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03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3C5FD"/>
                </a:solidFill>
                <a:latin typeface="Calibri"/>
              </a:defRPr>
            </a:pPr>
            <a:r>
              <a:t>Soluzione completa per centri riabilitativi e terapeutici multi-sede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Le Sfide della Gestione di un Centro Terapeutico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463040"/>
            <a:ext cx="457200" cy="4572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4173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  <a:latin typeface="Calibri"/>
              </a:defRPr>
            </a:pPr>
            <a:r>
              <a:t>Gestione Appuntamenti Complessa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737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Coordinare decine di terapisti, centinaia di pazienti e migliaia di appuntamenti settimanali con strumenti manuali o fogli Excel.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468880"/>
            <a:ext cx="457200" cy="4572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423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  <a:latin typeface="Calibri"/>
              </a:defRPr>
            </a:pPr>
            <a:r>
              <a:t>Mancanza di Visibilita in Tempo Reale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743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Assenze, sovrapposizioni e conflitti di calendario scoperti troppo tardi, causando disservizi e inefficienze.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47472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4290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  <a:latin typeface="Calibri"/>
              </a:defRPr>
            </a:pPr>
            <a:r>
              <a:t>Comunicazione Frammentata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749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Informazioni disperse tra email, telefonate e messaggi, senza un canale unico e tracciabile.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48056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4348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  <a:latin typeface="Calibri"/>
              </a:defRPr>
            </a:pPr>
            <a:r>
              <a:t>Assenza di Dati e Statistiche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754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Impossibilita di analizzare trend, monitorare performance e prendere decisioni basate su dati concreti.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548640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440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  <a:latin typeface="Calibri"/>
              </a:defRPr>
            </a:pPr>
            <a:r>
              <a:t>Gestione Documentale Inefficiente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760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Richieste di certificati e documenti gestite manualmente, con tempi di evasione lunghi e nessun tracciamento.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TherapyCRM - Piattaforma Gestionale per Centri Terapeutici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Calibri"/>
              </a:defRPr>
            </a:pPr>
            <a: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La Soluzione: TherapyCRM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3566160" cy="3200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56616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783080" y="1828800"/>
            <a:ext cx="914400" cy="9144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WEB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F2937"/>
                </a:solidFill>
                <a:latin typeface="Calibri"/>
              </a:defRPr>
            </a:pPr>
            <a:r>
              <a:t>Gestionale Web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832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Pannello di controllo completo per manager e coordinatori. Gestione centralizzata di pazienti, terapisti, piani terapeutici e calendario.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463040"/>
            <a:ext cx="3566160" cy="3200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463040"/>
            <a:ext cx="356616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23560" y="1828800"/>
            <a:ext cx="914400" cy="9144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926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F2937"/>
                </a:solidFill>
                <a:latin typeface="Calibri"/>
              </a:defRPr>
            </a:pPr>
            <a:r>
              <a:t>App Mobile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33832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Applicazione dedicata per terapisti e famiglie dei pazienti. Calendario, segnalazione assenze, richieste documenti e reclami.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463040"/>
            <a:ext cx="3566160" cy="3200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463040"/>
            <a:ext cx="356616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464040" y="1828800"/>
            <a:ext cx="914400" cy="9144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ADM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926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F2937"/>
                </a:solidFill>
                <a:latin typeface="Calibri"/>
              </a:defRPr>
            </a:pPr>
            <a:r>
              <a:t>Pannello Super Admin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3832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Controllo totale del sistema: gestione utenti, ruoli, permessi, distretti sanitari e log attivita.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F2937"/>
                </a:solidFill>
                <a:latin typeface="Calibri"/>
              </a:defRPr>
            </a:pPr>
            <a:r>
              <a:t>Un ecosistema integrato dove ogni componente comunica in tempo reale con gli altri, garantendo coerenza dei dati e massima efficienza operativa.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TherapyCRM - Piattaforma Gestionale per Centri Terapeutici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Calibri"/>
              </a:defRPr>
            </a:pPr>
            <a: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FDBFE"/>
                </a:solidFill>
                <a:latin typeface="Calibri"/>
              </a:defRPr>
            </a:pPr>
            <a:r>
              <a:t>GESTIONALE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Dashboard e Panoramica Generale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  Panoramica immediata di tutti i KPI del centro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  Conteggio pazienti attivi, terapisti operativi, appuntamenti in programma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  Notifiche e comunicazioni recenti in evidenza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  Accesso rapido a tutte le sezioni del gestionale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  Interfaccia moderna e responsive (desktop, tablet)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  Supporto modalita chiara e scura (Dark Mode)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  Sidebar navigabile e collassabile per massima usabilita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0" y="1371600"/>
            <a:ext cx="4846320" cy="4114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0" y="1645920"/>
            <a:ext cx="201168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0" y="1645920"/>
            <a:ext cx="73152" cy="109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17830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Pazienti Attivi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1031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B981"/>
                </a:solidFill>
                <a:latin typeface="Calibri"/>
              </a:defRPr>
            </a:pPr>
            <a:r>
              <a:t>248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418320" y="1645920"/>
            <a:ext cx="201168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418320" y="1645920"/>
            <a:ext cx="73152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0" y="17830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Terapisti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21031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B82F6"/>
                </a:solidFill>
                <a:latin typeface="Calibri"/>
              </a:defRPr>
            </a:pPr>
            <a:r>
              <a:t>32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0" y="3017520"/>
            <a:ext cx="201168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0" y="3017520"/>
            <a:ext cx="73152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31546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Appuntamenti Oggi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474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  <a:latin typeface="Calibri"/>
              </a:defRPr>
            </a:pPr>
            <a:r>
              <a:t>87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18320" y="3017520"/>
            <a:ext cx="201168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418320" y="3017520"/>
            <a:ext cx="73152" cy="10972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0" y="31546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Piani Attivi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3474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B5CF6"/>
                </a:solidFill>
                <a:latin typeface="Calibri"/>
              </a:defRPr>
            </a:pPr>
            <a:r>
              <a:t>156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4572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* Esempio illustrativo della dashboard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TherapyCRM - Piattaforma Gestionale per Centri Terapeutici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20095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Calibri"/>
              </a:defRPr>
            </a:pPr>
            <a: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FDBFE"/>
                </a:solidFill>
                <a:latin typeface="Calibri"/>
              </a:defRPr>
            </a:pPr>
            <a:r>
              <a:t>GESTIONALE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Gestione Completa dei Pazienti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47472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4747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Anagrafica Paziente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Dati anagrafici completi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Codice fiscale (generazione automatica)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Comune e provincia di residenza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Distretto sanitario (ASL)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Regime sanitario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Stato attivo/inattivo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371600"/>
            <a:ext cx="347472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1371600"/>
            <a:ext cx="34747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554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Account Familiari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01168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Creazione account per familiari/tutori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Tipi: genitore, tutore, caregiver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Collegamento paziente-account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Credenziali di accesso all'App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Download PDF credenziali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Reset password da gestionale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1371600"/>
            <a:ext cx="3749039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1371600"/>
            <a:ext cx="3749039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1554480"/>
            <a:ext cx="3291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Calibri"/>
              </a:defRPr>
            </a:pPr>
            <a:r>
              <a:t>Funzionalita Avanzate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2011680"/>
            <a:ext cx="3291839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Ricerca avanzata con filtri multipli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Storico piani terapeutici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Visualizzazione calendario dedicato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Gestione documenti e richieste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Notifiche push verso familiari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Export dati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TherapyCRM - Piattaforma Gestionale per Centri Terapeutici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Calibri"/>
              </a:defRPr>
            </a:pPr>
            <a: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FDBFE"/>
                </a:solidFill>
                <a:latin typeface="Calibri"/>
              </a:defRPr>
            </a:pPr>
            <a:r>
              <a:t>GESTIONALE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Gestione Terapisti e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47472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4747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Profilo Terapista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Dati anagrafici e professionali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Specializzazione (Logopedia, ABA, ecc.)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Tipo: Dipendente o Consulente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Ore settimanali contrattuali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Stato attivo/inattivo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Credenziali accesso App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371600"/>
            <a:ext cx="347472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1371600"/>
            <a:ext cx="34747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554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Gruppi Coordinatori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01168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Creazione gruppi di lavoro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Assegnazione coordinatore responsabile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Associazione terapisti al gruppo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Visibilita filtrata per coordinatore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Gestione presenze per reparto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Sostituzione terapisti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1371600"/>
            <a:ext cx="3749039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1371600"/>
            <a:ext cx="3749039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1554480"/>
            <a:ext cx="3291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Controllo Operativo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2011680"/>
            <a:ext cx="3291839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Monitoraggio ore settimanali lavorate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Alert superamento ore contrattuali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Calendario dedicato per terapista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Storico assenze con motivazione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Export report presenze in Excel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Gestione sostituzioni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TherapyCRM - Piattaforma Gestionale per Centri Terapeutici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Calibri"/>
              </a:defRPr>
            </a:pPr>
            <a: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FDBFE"/>
                </a:solidFill>
                <a:latin typeface="Calibri"/>
              </a:defRPr>
            </a:pPr>
            <a:r>
              <a:t>GESTIONALE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Piani Terapeutici Intelligenti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30352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3035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Creazione e Configurazione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Piano terapeutico associato al paziente con data inizio e fine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Assegnazione distretto sanitario (ASL) e regime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Aggiunta di piu terapie per piano (es. Logopedia + Psicomotricita)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Assegnazione terapista specifico per ogni terapia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371600"/>
            <a:ext cx="566928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1371600"/>
            <a:ext cx="56692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5544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Gestione Appuntamenti Automatica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01168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Creazione pattern ricorrenti (es. ogni lunedi alle 10:00)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Generazione automatica appuntamenti per il periodo del piano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Rilevamento automatico conflitti terapista e paziente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Controllo duplicati stessa terapia nello stesso giorno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40480"/>
            <a:ext cx="530352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840480"/>
            <a:ext cx="53035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0233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Validazioni Intelligenti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48056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Conflitto terapista: nessuna sovrapposizione oraria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Conflitto paziente: nessuna sovrapposizione per lo stesso paziente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Limite settimanale: alert se il terapista supera le ore contrattuali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Conflitto tipologia: max 1 trattamento dello stesso tipo al giorno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3840480"/>
            <a:ext cx="566928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3840480"/>
            <a:ext cx="566928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40233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Calibri"/>
              </a:defRPr>
            </a:pPr>
            <a:r>
              <a:t>Monitoraggio e Scadenze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48056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Dashboard piani in scadenza con alert automatici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Tassi di completamento per piano e paziente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Storico completo delle modifiche (audit trail)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Notifiche automatiche ai familiari per nuovi appuntamenti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TherapyCRM - Piattaforma Gestionale per Centri Terapeutici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20095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Calibri"/>
              </a:defRPr>
            </a:pPr>
            <a: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FDBFE"/>
                </a:solidFill>
                <a:latin typeface="Calibri"/>
              </a:defRPr>
            </a:pPr>
            <a:r>
              <a:t>GESTIONALE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Calendario Interattivo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8640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4864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Vista Completa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Visualizzazione giornaliera, settimanale e mensile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Tutti gli appuntamenti di tutti i terapisti in un colpo d'occhio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Codifica colore per tipologia di trattamento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Filtro per singolo terapista o paziente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840480"/>
            <a:ext cx="548640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840480"/>
            <a:ext cx="54864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023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Gestione Appuntamenti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48056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Creazione rapida appuntamenti dal calendario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Modifica drag &amp; drop degli orari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Cancellazione con conferma e notifica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Aggiornamento massivo pattern ricorrenti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548640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54864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Assenze e Disponibilita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0116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Visualizzazione assenze terapisti sul calendario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Segnalazione assenze pazienti da App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Gestione assenze con motivazione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Ricalcolo automatico disponibilita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840480"/>
            <a:ext cx="548640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840480"/>
            <a:ext cx="54864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4023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Impostazioni Calendario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48056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Range temporale configurabile (passato/futuro)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Configurazione orari apertura centro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Personalizzazione per sede/distretto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Integrazione React per massime performance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TherapyCRM - Piattaforma Gestionale per Centri Terapeutici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20095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Calibri"/>
              </a:defRPr>
            </a:pPr>
            <a: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FDBFE"/>
                </a:solidFill>
                <a:latin typeface="Calibri"/>
              </a:defRPr>
            </a:pPr>
            <a:r>
              <a:t>GESTIONALE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Modulo Statistiche e Analisi Dati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47472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4747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Dashboard Statistiche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Cards riassuntive con KPI chiave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Grafici dinamici interattivi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Auto-refresh ogni 5 minuti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Links rapidi alle analisi dettagliate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371600"/>
            <a:ext cx="347472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1371600"/>
            <a:ext cx="34747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554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Calibri"/>
              </a:defRPr>
            </a:pPr>
            <a:r>
              <a:t>Analisi Assenze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01168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Heatmap interattiva (orari x giorni)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Statistiche per motivo assenza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Trend temporali e tassi mensili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Filtri per terapista e trattamento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1371600"/>
            <a:ext cx="3749039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1371600"/>
            <a:ext cx="3749039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1554480"/>
            <a:ext cx="3291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Analisi Pazienti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2011680"/>
            <a:ext cx="32918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Demografia: eta, genere, distribuzione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Trattamenti multipli e combinazioni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Filtri per regime sanitario e distretto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Crescita nel tempo e comparazione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40480"/>
            <a:ext cx="347472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840480"/>
            <a:ext cx="34747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0233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Analisi Trattamenti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8056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Ranking per popolarita e pazienti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Combinazioni trattamenti piu frequenti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Distribuzione ore settimanali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Analisi efficacia e completamento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3840480"/>
            <a:ext cx="347472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06240" y="3840480"/>
            <a:ext cx="347472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40233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Calibri"/>
              </a:defRPr>
            </a:pPr>
            <a:r>
              <a:t>Analisi Piani Terapeutici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48056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Stati e durate con statistiche aggregate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Alert piani in scadenza (&lt;=7 giorni)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Tassi completamento per paziente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Trend creazione mensile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79" y="3840480"/>
            <a:ext cx="3749039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55279" y="3840480"/>
            <a:ext cx="3749039" cy="54864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83879" y="4023360"/>
            <a:ext cx="3291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  <a:latin typeface="Calibri"/>
              </a:defRPr>
            </a:pPr>
            <a:r>
              <a:t>Export e Reportistica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9" y="4480560"/>
            <a:ext cx="32918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Export completo in formato Excel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Report filtrabili per periodo e parametri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Dati ottimizzati con caching intelligente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Grafici stampabili per riunioni e report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TherapyCRM - Piattaforma Gestionale per Centri Terapeutici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20095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Calibri"/>
              </a:defRPr>
            </a:pPr>
            <a: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FDBFE"/>
                </a:solidFill>
                <a:latin typeface="Calibri"/>
              </a:defRPr>
            </a:pPr>
            <a:r>
              <a:t>GESTIONALE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Comunicazioni, Documenti e Reclami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47472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4747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Comunicazioni Interne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Sistema messaggistica integrato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Notifiche tra operatori del gestionale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Filtro per tipo: tutte, interne, non lette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Segna come letto singola/tutte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Storico completo comunicazioni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Notifiche push verso App mobile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371600"/>
            <a:ext cx="347472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1371600"/>
            <a:ext cx="34747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554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Gestione Documenti e Richieste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01168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Richieste documenti da familiari via App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Tipologie: certificati, relazioni, attestati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Workflow stati: in attesa, accettata,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  in lavorazione, pronta, consegnata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Data stimata di completamento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Download documenti completati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Tracciamento completo del ciclo di vita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1371600"/>
            <a:ext cx="3749039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1371600"/>
            <a:ext cx="3749039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1554480"/>
            <a:ext cx="3291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Calibri"/>
              </a:defRPr>
            </a:pPr>
            <a:r>
              <a:t>Gestione Reclami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2011680"/>
            <a:ext cx="3291839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Ricezione reclami da App familiari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Titolo, descrizione e paziente associato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Limite: max 1 reclamo per paziente/giorno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Visualizzazione e gestione dal gestionale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Storico reclami per paziente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Tracciabilita completa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TherapyCRM - Piattaforma Gestionale per Centri Terapeutici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Calibri"/>
              </a:defRPr>
            </a:pPr>
            <a: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FDBFE"/>
                </a:solidFill>
                <a:latin typeface="Calibri"/>
              </a:defRPr>
            </a:pPr>
            <a:r>
              <a:t>GESTIONALE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Gestione Utenti e Permessi Granulari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286000" cy="41148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Super 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Calibri"/>
              </a:defRPr>
            </a:pPr>
            <a:r>
              <a:t>Accesso completo al sistema, gestione infrastruttura, ruoli e configurazioni globali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94560"/>
            <a:ext cx="228600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Amministratore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194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Calibri"/>
              </a:defRPr>
            </a:pPr>
            <a:r>
              <a:t>Gestione completa di pazienti, terapisti, piani terapeutici e impostazioni del centro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017520"/>
            <a:ext cx="2286000" cy="4114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Manager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3017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Calibri"/>
              </a:defRPr>
            </a:pPr>
            <a:r>
              <a:t>Supervisione operativa, accesso a statistiche, gestione comunicazioni e coordinamento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840480"/>
            <a:ext cx="228600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Coordinatore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840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Calibri"/>
              </a:defRPr>
            </a:pPr>
            <a:r>
              <a:t>Visibilita sul proprio gruppo di terapisti, gestione presenze e assenze del reparto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663440"/>
            <a:ext cx="228600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Terapista (App)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4663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Calibri"/>
              </a:defRPr>
            </a:pPr>
            <a:r>
              <a:t>Accesso al proprio calendario, segnalazione assenze, visualizzazione appuntamenti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486400"/>
            <a:ext cx="2286000" cy="4114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Familiare/Paziente (App)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5486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Calibri"/>
              </a:defRPr>
            </a:pPr>
            <a:r>
              <a:t>Visualizzazione calendario, richiesta documenti, segnalazione assenze, reclami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486400"/>
            <a:ext cx="10698480" cy="640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5321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Oltre 30 permessi granulari configurabili: view_calendar, manage_appointments, view_statistics, export_data, manage_documents, view_notifications e molti altri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TherapyCRM - Piattaforma Gestionale per Centri Terapeutici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Calibri"/>
              </a:defRPr>
            </a:pPr>
            <a: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7F3D0"/>
                </a:solidFill>
                <a:latin typeface="Calibri"/>
              </a:defRPr>
            </a:pPr>
            <a:r>
              <a:t>APP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L'App per i Terapisti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47472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4747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Calendario Personale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Visualizzazione appuntamenti giornalieri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Dettagli paziente e tipo trattamento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Orario e durata di ogni sessione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Navigazione per data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Sincronizzazione in tempo reale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371600"/>
            <a:ext cx="347472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1371600"/>
            <a:ext cx="34747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554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Gestione Assenze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01168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Segnalazione assenza paziente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Finestra temporale: da +1 a +15 giorni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Motivazione assenza obbligatoria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Rimozione assenza (fino a 1 ora prima)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Notifica automatica al gestionale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1371600"/>
            <a:ext cx="3749039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1371600"/>
            <a:ext cx="3749039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1554480"/>
            <a:ext cx="3291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Sicurezza e Accesso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2011680"/>
            <a:ext cx="3291839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Autenticazione JWT sicura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Login biometrico (impronta/Face ID)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Cambio password obbligatorio ogni 90 giorni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Refresh token automatico (30gg)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Notifiche push in tempo reale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TherapyCRM - Piattaforma Gestionale per Centri Terapeutici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Calibri"/>
              </a:defRPr>
            </a:pPr>
            <a: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7F3D0"/>
                </a:solidFill>
                <a:latin typeface="Calibri"/>
              </a:defRPr>
            </a:pPr>
            <a:r>
              <a:t>APP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L'App per Familiari e Pazienti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47472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4747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Calendario Appuntamenti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Visualizzazione tutti gli appuntamenti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Dettagli: terapista, tipo trattamento, orario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Navigazione intuitiva per data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Stato appuntamento in tempo reale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Accesso per ogni paziente collegato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371600"/>
            <a:ext cx="347472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1371600"/>
            <a:ext cx="34747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554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Richieste e Documenti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01168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Richiesta certificati e relazioni terapeutiche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Selezione tipologia documento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Motivazione e note aggiuntive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Tracciamento stato richiesta in tempo reale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Download documento quando pronto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Storico richieste effettuate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1371600"/>
            <a:ext cx="3749039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1371600"/>
            <a:ext cx="3749039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1554480"/>
            <a:ext cx="3291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Calibri"/>
              </a:defRPr>
            </a:pPr>
            <a:r>
              <a:t>Reclami e Comunicazioni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2011680"/>
            <a:ext cx="3291839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Invio reclami con titolo e descrizione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Segnalazione assenza del paziente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Ricezione notifiche dal centro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Accesso multi-paziente per famiglie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Interfaccia semplice e intuitiva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Supporto iOS e Android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TherapyCRM - Piattaforma Gestionale per Centri Terapeutici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Calibri"/>
              </a:defRPr>
            </a:pPr>
            <a: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DD6FE"/>
                </a:solidFill>
                <a:latin typeface="Calibri"/>
              </a:defRPr>
            </a:pPr>
            <a:r>
              <a:t>PANNELLO SUPER 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Controllo Totale del Sistema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47472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47472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Calibri"/>
              </a:defRPr>
            </a:pPr>
            <a:r>
              <a:t>Gestione Ruoli e Permessi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Creazione e modifica ruoli personalizzati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Assegnazione permessi granulari per ruolo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Visualizzazione matrice ruoli-permessi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Export configurazione permessi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371600"/>
            <a:ext cx="347472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1371600"/>
            <a:ext cx="34747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554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Gestione Utenti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01168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Panoramica tutti gli utenti del sistema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Assegnazione permessi individuali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Gestione accessi per piattaforma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Attivazione/disattivazione utenti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1371600"/>
            <a:ext cx="3749039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1371600"/>
            <a:ext cx="3749039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1554480"/>
            <a:ext cx="3291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Distretti Sanitari (ASL)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2011680"/>
            <a:ext cx="32918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Configurazione distretti sul territorio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Riferimento ASL per ogni distretto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Associazione pazienti-distretto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Gestione multi-sede e multi-ASL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40480"/>
            <a:ext cx="347472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840480"/>
            <a:ext cx="34747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0233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Log Attivita (Audit Trail)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8056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Registro completo di ogni azione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Chi ha fatto cosa e quando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Tracciamento modifiche ai dati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Filtri per utente, data e tipo azione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3840480"/>
            <a:ext cx="347472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06240" y="3840480"/>
            <a:ext cx="3474720" cy="54864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40233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  <a:latin typeface="Calibri"/>
              </a:defRPr>
            </a:pPr>
            <a:r>
              <a:t>Impostazioni di Sistema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48056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Configurazione parametri globali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Impostazioni calendario (range date)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Parametri sicurezza e autenticazione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Configurazione notifiche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79" y="3840480"/>
            <a:ext cx="3749039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55279" y="3840480"/>
            <a:ext cx="3749039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83879" y="4023360"/>
            <a:ext cx="3291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Calibri"/>
              </a:defRPr>
            </a:pPr>
            <a:r>
              <a:t>Documentazione 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9" y="4480560"/>
            <a:ext cx="32918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Swagger UI integrata per test API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Documentazione interattiva endpoints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Test autenticazione JWT dall'interfaccia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Esempi request/response in tempo reale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TherapyCRM - Piattaforma Gestionale per Centri Terapeutici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20095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Calibri"/>
              </a:defRPr>
            </a:pPr>
            <a: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Sicurezza e Architettura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47472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4747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Calibri"/>
              </a:defRPr>
            </a:pPr>
            <a:r>
              <a:t>Autenticazione e Accesso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1168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JWT (JSON Web Token) con firma crittografica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Access Token (1 ora) + Refresh Token (30 giorni)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Scadenza password ogni 90 giorni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Login biometrico (impronta, Face ID)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371600"/>
            <a:ext cx="347472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06240" y="1371600"/>
            <a:ext cx="34747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554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Protezione Dati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01168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RBAC (Role-Based Access Control) granulare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Protezione CSRF su tutte le form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Validazione input server-side completa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Audit trail di ogni operazione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79" y="1371600"/>
            <a:ext cx="3749039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5279" y="1371600"/>
            <a:ext cx="3749039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1554480"/>
            <a:ext cx="3291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Infrastruttura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2011680"/>
            <a:ext cx="32918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Architettura web moderna e scalabile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Database relazionale MySQL ottimizzato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API RESTful con documentazione Swagger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Caching intelligente per performance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840480"/>
            <a:ext cx="347472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840480"/>
            <a:ext cx="34747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0233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App Mobile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48056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React Native: iOS e Android nativi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Comunicazione sicura HTTPS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Storage locale crittografato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Notifiche push in tempo reale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3840480"/>
            <a:ext cx="347472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06240" y="3840480"/>
            <a:ext cx="347472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40233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Calibri"/>
              </a:defRPr>
            </a:pPr>
            <a:r>
              <a:t>Conformita e Standard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448056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Gestione dati sensibili conforme GDPR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Password policy robusta con caratteri speciali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Sessioni con timeout automatico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Separazione ambienti (dev/staging/prod)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5279" y="3840480"/>
            <a:ext cx="3749039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55279" y="3840480"/>
            <a:ext cx="3749039" cy="54864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3879" y="4023360"/>
            <a:ext cx="3291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  <a:latin typeface="Calibri"/>
              </a:defRPr>
            </a:pPr>
            <a:r>
              <a:t>Scalabilita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4480560"/>
            <a:ext cx="32918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Supporto multi-sede nativo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Gestione multi-distretto ASL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Performance ottimizzate con viste materializzate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Architettura modulare ed estensibile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TherapyCRM - Piattaforma Gestionale per Centri Terapeutici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20095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Calibri"/>
              </a:defRPr>
            </a:pPr>
            <a: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34095" y="-914400"/>
            <a:ext cx="5486400" cy="5486400"/>
          </a:xfrm>
          <a:prstGeom prst="ellipse">
            <a:avLst/>
          </a:prstGeom>
          <a:solidFill>
            <a:srgbClr val="254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254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TherapyCRM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2560320"/>
            <a:ext cx="228600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FDBFE"/>
                </a:solidFill>
                <a:latin typeface="Calibri"/>
              </a:defRPr>
            </a:pPr>
            <a:r>
              <a:t>La piattaforma che trasforma la gestione del vostro centro terapeutico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6576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spcAft>
                <a:spcPts val="400"/>
              </a:spcAft>
              <a:defRPr sz="1600">
                <a:solidFill>
                  <a:srgbClr val="E0E7FF"/>
                </a:solidFill>
                <a:latin typeface="Calibri"/>
              </a:defRPr>
            </a:pPr>
            <a:r>
              <a:t>  Gestione centralizzata di pazienti, terapisti e appuntamenti</a:t>
            </a:r>
          </a:p>
          <a:p>
            <a:pPr algn="ctr">
              <a:spcBef>
                <a:spcPts val="600"/>
              </a:spcBef>
              <a:spcAft>
                <a:spcPts val="400"/>
              </a:spcAft>
              <a:defRPr sz="1600">
                <a:solidFill>
                  <a:srgbClr val="E0E7FF"/>
                </a:solidFill>
                <a:latin typeface="Calibri"/>
              </a:defRPr>
            </a:pPr>
            <a:r>
              <a:t>  App mobile per terapisti e famiglie sempre connessi</a:t>
            </a:r>
          </a:p>
          <a:p>
            <a:pPr algn="ctr">
              <a:spcBef>
                <a:spcPts val="600"/>
              </a:spcBef>
              <a:spcAft>
                <a:spcPts val="400"/>
              </a:spcAft>
              <a:defRPr sz="1600">
                <a:solidFill>
                  <a:srgbClr val="E0E7FF"/>
                </a:solidFill>
                <a:latin typeface="Calibri"/>
              </a:defRPr>
            </a:pPr>
            <a:r>
              <a:t>  Statistiche e report per decisioni basate sui dati</a:t>
            </a:r>
          </a:p>
          <a:p>
            <a:pPr algn="ctr">
              <a:spcBef>
                <a:spcPts val="600"/>
              </a:spcBef>
              <a:spcAft>
                <a:spcPts val="400"/>
              </a:spcAft>
              <a:defRPr sz="1600">
                <a:solidFill>
                  <a:srgbClr val="E0E7FF"/>
                </a:solidFill>
                <a:latin typeface="Calibri"/>
              </a:defRPr>
            </a:pPr>
            <a:r>
              <a:t>  Sicurezza e conformita ai massimi standard</a:t>
            </a:r>
          </a:p>
          <a:p>
            <a:pPr algn="ctr">
              <a:spcBef>
                <a:spcPts val="600"/>
              </a:spcBef>
              <a:spcAft>
                <a:spcPts val="400"/>
              </a:spcAft>
              <a:defRPr sz="1600">
                <a:solidFill>
                  <a:srgbClr val="E0E7FF"/>
                </a:solidFill>
                <a:latin typeface="Calibri"/>
              </a:defRPr>
            </a:pPr>
            <a:r>
              <a:t>  Scalabile: da una sede a molte, da 10 a 1000 pazienti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943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6B6D4"/>
                </a:solidFill>
                <a:latin typeface="Calibri"/>
              </a:defRPr>
            </a:pPr>
            <a:r>
              <a:t>Contattateci per una demo personalizzata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